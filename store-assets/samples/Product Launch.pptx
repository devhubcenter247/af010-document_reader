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95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D27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FFFFF"/>
                </a:solidFill>
              </a:rPr>
              <a:t>Product Launch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FFFFFF"/>
                </a:solidFill>
              </a:rPr>
              <a:t>Folio Notes · Go-to-market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478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FFFFF"/>
                </a:solidFill>
              </a:rPr>
              <a:t>Why now?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FFFFFF"/>
                </a:solidFill>
              </a:rPr>
              <a:t>Remote teams sign 3× more documents on mobile than in 2023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3C9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FFFFF"/>
                </a:solidFill>
              </a:rPr>
              <a:t>Our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FFFFFF"/>
                </a:solidFill>
              </a:rPr>
              <a:t>Beta in March · Launch in May · 1M users by December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A3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916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FFFFFF"/>
                </a:solidFill>
              </a:rPr>
              <a:t>Questions? hello@example.com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